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not the model. Sona Urea is half the business. Last year we produced ahead of demand in the first half, held about 300 KT, and spent PKR 8.7 billion in discounts to clear it. The question for 2026 is how much to produce and hold each quarter, and which parts of that plan we lock now versus keep flexible.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does not trend. It steps up once with the merger, peaks every Rabi season, and moves with farm economics: when wheat was not procured in 2025, demand fell by a quarter. The practical point is volatility: weekly swings doubled, so we should plan with ranges and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chose seasonal decomposition because it won the final 12-week holdout. An independent audit re-ran the test over 17 rolling windows: decomposition won only 9, and it failed badly when demand turned in early 2025. Seasonal naive is steadier but misses level changes. Their average has the lowest error and bias across all windows, so that is the forecast we plan with. The holdout was also reused to compare variants, which is why the rolling windows are the main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calendar and farm economics drive volume. Schemes move volume but cost about PKR 1,479 for every extra bag, so they are a stock-clearing tool. The synthetic data were built with these effects, so the regression checks the method, not FFC's market. Price is the honest weak spot: its coefficient changes sign depending on which weeks and controls are used, so I do not quote an elasticity. Residuals are autocorrelated; corrected standard errors keep the other drivers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showed our central forecast was too high and that capacity and opening stock are unverified. Rather than bet on one number, the plan holds Port Qasim at 50% in Q1 and sets its rate from April on actual Q1 demand. Across the realistic range that keeps the cost of being wrong to about two billion rupees, against six to fifteen billion for the old full-rate plan. Only a 20% slump still hurts.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revised ask after the audit. Run Goth Machhi and Mirpur Mathelo at full rate, hold Port Qasim at half rate through March, and take the turnaround in the February to April trough. That gives 622 KT over the next 12 weeks against central demand of 591 KT. At the end of March, if Q1 sales run more than 7.5% above forecast, Port Qasim goes to full rate; if more than 7.5% below, it stops and we add a July maintenance window. Before any of that, confirm the real opening stock and plant capacity, because both change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Frame 1 of 6: What decision are we trying to make? We must decide now how much Sona Urea to make and hold in each quarter of 2026 Product Sona Urea: 53% of FFC revenue (PKR 229 bn of 432 bn, 2025) Horizon 2026 by quarter; lock production now, keep stock and discounts flexible Decision owner Head of Supply Chain, with Operations, Sales, Finance Why it matters 2025 actuals (Annual Report): 297 KT built in H1, cleared with PKR 8.7 bn of discounts in H2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Frame 2 of 6: What is happening in demand? Demand is seasonal and swings with farm economics, not with a growth trend +19% One-time step when Port Qasim joined in July 2024, not growth 1.4× December demand against an average week: the Rabi peak dominates −26% H1 2025 against H1 2024 (same scope) when farm economics collapsed Key insight Weekly volatility doubled (CV 17% to 34%), so plan with buffers, not one number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Frame 3 of 6: Which method earned our trust? No single method earned our trust, so we plan with the average of the two best 18.1% mean WAPE over 17 rolling 12-week windows for the average, the lowest of all methods 9 of 17 windows won by seasonal decomposition against seasonal naive: a close call 43–49% WAPE of seasonal decomposition at the 2025 turning point: it carries the old level forward Holdout check Average: 14.7% holdout WAPE, tracking signal inside ±4 every week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Frame 4 of 6: What appears to move demand? Season, farm economics and discount schemes move demand; the price effect cannot be pinned down +11.7 KT a week in Rabi and Kharif peak windows, the largest weekly effect +8.7 KT a week in a scheme week, at about PKR 1,479 per extra bag at 2026 prices Unstable price effect: +0.05 to −2.2 KT per PKR 100 depending on the model, so no elasticity is claimed Caveat Associations, not causes (R² 0.60). The data were built with these effects.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Frame 5 of 6: Where could the forecast fail? The forecast can miss by 400 KT either way, so the plan must stay adjustable Bias and range +2.1 KT a week on the holdout; 2026 demand could be 2,746 KT (2025 repeats) to 3,149 KT Largest misses Rival discounts (−22 and −16 KT) and Rabi-peak scheme weeks (+20 KT twice) PKR 6.2 bn the earlier full-rate plan's cost at central demand: 210 KT of excess stock PKR 0–2 bn the recommended plan's cost across low, central, high and ±10% demand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Frame 6 of 6: What should management do now? Commit 622 KT for the next 12 weeks, and set Port Qasim's rate on Q1 demand 622 KT production in the next 12 weeks, against 591 KT central demand Port Qasim 50% in Q1: 7% of capacity held back, then 100% or 0% 23 Feb–12 Apr plant turnaround, in the demand trough Commit now Goth Machhi and Mirpur Mathelo at full rate Turnaround in the trough: PKR 3.3 bn less working capital No discount scheme in Q1 Keep flexible Port Qasim at 100% or 0% from April About 200 KT of stock by 1 Nov Schemes only for stock above 250 KT Review triggers Q1 demand above 676 KT: Port Qasim 100%; below 581 KT: off plus July maintenance Opening stock below 100 or above 250 KT: reset Port Qasim now Key risk A −20% slump still leaves 306 KT excess (PKR 9.0 bn) Capacity at 2025 pace loses about 129 KT Company-Calibrated Synthetic Dataset for Academic Analysis — illustrative figures, calibrated to Fauji Fertilizer Company Limited's disclosed scale, not actual company record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FFC Sona Urea — 2026 Supply Decision Storyboard</dc:title>
  <dc:subject/>
  <dc:creator/>
  <cp:lastModifiedBy/>
  <cp:revision>1</cp:revision>
  <dcterms:created xsi:type="dcterms:W3CDTF">2026-10-05T17:46:08Z</dcterms:created>
  <dcterms:modified xsi:type="dcterms:W3CDTF">2026-10-05T17:46:08Z</dcterms:modified>
</cp:coreProperties>
</file>